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720000"/>
            <a:ext cx="4320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000000"/>
                </a:solidFill>
                <a:latin typeface="Microsoft YaHei UI"/>
              </a:defRPr>
            </a:pPr>
            <a:r>
              <a:t>Cover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080000"/>
            <a:ext cx="4320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000000"/>
                </a:solidFill>
                <a:latin typeface="Microsoft YaHei UI"/>
              </a:defRPr>
            </a:pPr>
            <a:r>
              <a:t>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