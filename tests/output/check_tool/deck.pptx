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720000"/>
            <a:ext cx="4320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0" i="0">
                <a:solidFill>
                  <a:srgbClr val="000000"/>
                </a:solidFill>
                <a:latin typeface="Microsoft YaHei UI"/>
              </a:defRPr>
            </a:pPr>
            <a:r>
              <a:rPr/>
              <a:t>Cover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1080000"/>
            <a:ext cx="4320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0" i="0">
                <a:solidFill>
                  <a:srgbClr val="000000"/>
                </a:solidFill>
                <a:latin typeface="Microsoft YaHei UI"/>
              </a:defRPr>
            </a:pPr>
            <a:r>
              <a:rPr/>
              <a:t>Content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